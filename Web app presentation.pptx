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BAB11-00F7-08EF-7350-80A867580420}" v="65" dt="2026-10-13T15:10:20.629"/>
    <p1510:client id="{E78FE41F-FCFC-45BC-A18D-8449B8669E23}" v="43" dt="2026-10-13T13:40:25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588AB-B115-4892-A50B-90E81F5483C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62AA4-34A3-4EBD-ACBC-567BA612F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7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162AA4-34A3-4EBD-ACBC-567BA612F5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36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2E8F-7C39-C18D-E43A-692D9ACD7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57231-2EA4-BE06-0C9A-D0FC28701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F9AC4-6772-A119-CA12-EA58343B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3162C-F8EC-8937-6DA7-8087703D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AD767-BBA9-09BC-AAA8-DAFF60E6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0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938A-5068-C6AE-4FB5-628E015C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E5851-AA64-A53A-B5A8-99CDEB8F4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346CB-0723-6F9D-9D14-C4C7FE2B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11037-D113-1369-2AFE-496EF852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4550F-58DE-C1F2-8DB3-B124D51E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3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E4846-928C-E930-2184-DA74964A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C3F4D-918A-206A-BDA5-C1B25C9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8ECBC-0B97-93EF-D2CF-031616E3D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81515-F5E8-677A-9E35-06E63B6D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C4E50-3AF9-F6B3-DF17-E701E0D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0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13FF-10F1-CED7-1778-F4CACCB7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17C6-2C2B-BFB0-F3EF-3EB7B065A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22A41-64BA-478C-4833-809C34C4C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B4187-EAFF-D93E-D95E-6DF7662F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5A188-B8DD-9D25-908F-F60D234A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0C01-C5B2-DE64-03A8-F12B0919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1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DBBC-BBEE-52F7-A7E7-AE5DAE2F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311B6-A274-970E-5242-061EF8E7E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C882D-699F-0C54-E38C-D008BD754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C709F9-CAC5-9518-8BE1-D5870C9D1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4D8C8-0D67-E3B4-BD79-B5A8CC6C1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5C2227-7A18-AF15-BBCA-5033EDB0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91080A-142A-54DA-C647-1EC50335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FEC6A-67E0-2365-6E3D-6A8848B1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0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4AD5C-739D-CAEB-2AC7-690075E9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94F9D-5001-FB6E-DAE9-12B64B65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F5F6F-8943-ADB5-F45E-27FCCA7F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A0550-6711-0898-4594-2A565CC1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9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8BAEB-54C9-EA95-CE7A-6E2E725E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1365F-05D1-5101-B9BF-549EBF29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DB203-60F4-EA69-B32F-97CD50EE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4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A46C-37A5-3DA2-E2AA-1A4B8BCE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76A77-AC23-3D5E-A9F9-444A73BC7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D946-5845-FB14-5232-99D5A1E1A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55A89-D178-944B-2241-A1A391EE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6B0AE-1BDC-CD1A-A976-1AD1DF1E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EE0AA-F8E7-56F8-5C64-AAE4DB5C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4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D4B1-CB5D-0BE8-3FA1-E0F26A67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E91D0-3C42-E522-23D0-056E75CDCE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3FE14-2273-2D59-3235-E0386BC19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26782-86E5-E340-9755-410DAB4D9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2FB75-7E12-21E2-EEE9-2D8D06B6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90375-DE48-0CD1-BAC1-B070378C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6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819D-7F1B-8848-189E-74362CD3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5E652-223B-2795-06ED-080E0ECEE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F5D8F-A78D-6049-3D4B-4B4D3602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54B73-4682-9292-2848-0B75A6D0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40D67-5BE6-5926-24DF-9394D264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92B86-C8A2-3D2A-F240-E286DAE52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90A4F-160C-5025-D790-35620E0FC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763AC-05E7-B683-B751-A9CAF5F3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9612D-3A44-0E21-44AF-FBC83B6F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0605-1F9B-B93C-F891-B7BF2834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7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91B80C-CDC7-19F5-E680-D87FEFA3E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6AD11-F595-C176-9F08-68649CBD7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1BEC9-48F6-3197-7628-DFE853CEC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627C8-4312-474F-9CBD-C6D60B0256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A6EB5-C3C6-E958-9DCF-4F4962934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1D7DA-71A2-B83C-9FD1-BDF9374F8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767BD-343C-4870-B493-67425B4E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2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9F73-045D-5D91-B95E-350EDBFCE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/>
              <a:t>Movie </a:t>
            </a:r>
            <a:r>
              <a:rPr lang="fi-FI" err="1"/>
              <a:t>app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ADC3A-62FE-CDD4-4AC4-A996C1BD65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Lyydi Liinamaa, Senni Laukka, Sini Laamanen and Marianne Nuorala</a:t>
            </a:r>
          </a:p>
          <a:p>
            <a:r>
              <a:rPr lang="fi-FI"/>
              <a:t>Group 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867D-B5AD-D2B9-304A-1F660EAD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/>
              <a:t>Key </a:t>
            </a:r>
            <a:r>
              <a:rPr lang="fi-FI" err="1"/>
              <a:t>features</a:t>
            </a:r>
            <a:r>
              <a:rPr lang="fi-FI"/>
              <a:t>/demo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93E8-7543-B9F0-1DBA-A8EB535B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err="1"/>
              <a:t>All</a:t>
            </a:r>
            <a:r>
              <a:rPr lang="fi-FI"/>
              <a:t> 15 </a:t>
            </a:r>
            <a:r>
              <a:rPr lang="fi-FI" err="1"/>
              <a:t>features</a:t>
            </a:r>
            <a:r>
              <a:rPr lang="fi-FI"/>
              <a:t> </a:t>
            </a:r>
            <a:r>
              <a:rPr lang="fi-FI" err="1"/>
              <a:t>done</a:t>
            </a:r>
            <a:r>
              <a:rPr lang="fi-FI"/>
              <a:t> and </a:t>
            </a:r>
            <a:r>
              <a:rPr lang="fi-FI" err="1"/>
              <a:t>working</a:t>
            </a:r>
            <a:r>
              <a:rPr lang="fi-FI"/>
              <a:t> </a:t>
            </a:r>
            <a:r>
              <a:rPr lang="fi-FI" err="1"/>
              <a:t>well</a:t>
            </a:r>
            <a:endParaRPr lang="fi-FI"/>
          </a:p>
          <a:p>
            <a:r>
              <a:rPr lang="fi-FI"/>
              <a:t>Feature of </a:t>
            </a:r>
            <a:r>
              <a:rPr lang="fi-FI" err="1"/>
              <a:t>choice</a:t>
            </a:r>
            <a:r>
              <a:rPr lang="fi-FI"/>
              <a:t> </a:t>
            </a:r>
            <a:r>
              <a:rPr lang="fi-FI" err="1"/>
              <a:t>was</a:t>
            </a:r>
            <a:r>
              <a:rPr lang="fi-FI"/>
              <a:t> an AI feature </a:t>
            </a:r>
            <a:r>
              <a:rPr lang="fi-FI" err="1"/>
              <a:t>that</a:t>
            </a:r>
            <a:r>
              <a:rPr lang="fi-FI"/>
              <a:t> </a:t>
            </a:r>
            <a:r>
              <a:rPr lang="fi-FI" err="1"/>
              <a:t>suggests</a:t>
            </a:r>
            <a:r>
              <a:rPr lang="fi-FI"/>
              <a:t> </a:t>
            </a:r>
            <a:r>
              <a:rPr lang="fi-FI" err="1"/>
              <a:t>new</a:t>
            </a:r>
            <a:r>
              <a:rPr lang="fi-FI"/>
              <a:t> </a:t>
            </a:r>
            <a:r>
              <a:rPr lang="fi-FI" err="1"/>
              <a:t>movies</a:t>
            </a:r>
            <a:r>
              <a:rPr lang="fi-FI"/>
              <a:t> / tv-</a:t>
            </a:r>
            <a:r>
              <a:rPr lang="fi-FI" err="1"/>
              <a:t>shows</a:t>
            </a:r>
            <a:r>
              <a:rPr lang="fi-FI"/>
              <a:t> </a:t>
            </a:r>
            <a:r>
              <a:rPr lang="fi-FI" err="1"/>
              <a:t>according</a:t>
            </a:r>
            <a:r>
              <a:rPr lang="fi-FI"/>
              <a:t> to </a:t>
            </a:r>
            <a:r>
              <a:rPr lang="fi-FI" err="1"/>
              <a:t>previous</a:t>
            </a:r>
            <a:r>
              <a:rPr lang="fi-FI"/>
              <a:t> </a:t>
            </a:r>
            <a:r>
              <a:rPr lang="fi-FI" err="1"/>
              <a:t>favourites</a:t>
            </a:r>
            <a:r>
              <a:rPr lang="fi-FI"/>
              <a:t> and </a:t>
            </a:r>
            <a:r>
              <a:rPr lang="fi-FI" err="1"/>
              <a:t>reviews</a:t>
            </a:r>
            <a:r>
              <a:rPr lang="fi-FI"/>
              <a:t>. </a:t>
            </a:r>
            <a:r>
              <a:rPr lang="fi-FI" err="1"/>
              <a:t>This</a:t>
            </a:r>
            <a:r>
              <a:rPr lang="fi-FI"/>
              <a:t> </a:t>
            </a:r>
            <a:r>
              <a:rPr lang="fi-FI" err="1"/>
              <a:t>was</a:t>
            </a:r>
            <a:r>
              <a:rPr lang="fi-FI"/>
              <a:t> </a:t>
            </a:r>
            <a:r>
              <a:rPr lang="fi-FI" err="1"/>
              <a:t>done</a:t>
            </a:r>
            <a:r>
              <a:rPr lang="fi-FI"/>
              <a:t> </a:t>
            </a:r>
            <a:r>
              <a:rPr lang="fi-FI" err="1"/>
              <a:t>using</a:t>
            </a:r>
            <a:r>
              <a:rPr lang="fi-FI"/>
              <a:t> </a:t>
            </a:r>
            <a:r>
              <a:rPr lang="fi-FI" err="1"/>
              <a:t>Ollama</a:t>
            </a:r>
            <a:r>
              <a:rPr lang="fi-FI"/>
              <a:t> AI and Sini </a:t>
            </a:r>
            <a:r>
              <a:rPr lang="fi-FI" err="1"/>
              <a:t>took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lead</a:t>
            </a:r>
            <a:r>
              <a:rPr lang="fi-FI"/>
              <a:t> in </a:t>
            </a:r>
            <a:r>
              <a:rPr lang="fi-FI" err="1"/>
              <a:t>developing</a:t>
            </a:r>
            <a:r>
              <a:rPr lang="fi-FI"/>
              <a:t> </a:t>
            </a:r>
            <a:r>
              <a:rPr lang="fi-FI" err="1"/>
              <a:t>this</a:t>
            </a:r>
            <a:r>
              <a:rPr lang="fi-FI"/>
              <a:t> </a:t>
            </a:r>
            <a:r>
              <a:rPr lang="fi-FI" err="1"/>
              <a:t>part</a:t>
            </a:r>
            <a:r>
              <a:rPr lang="fi-FI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0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025A1-D271-F9E3-DC43-B55B7555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err="1"/>
              <a:t>Challenges</a:t>
            </a:r>
            <a:r>
              <a:rPr lang="fi-FI"/>
              <a:t> and </a:t>
            </a:r>
            <a:r>
              <a:rPr lang="fi-FI" err="1"/>
              <a:t>lessons</a:t>
            </a:r>
            <a:r>
              <a:rPr lang="fi-FI"/>
              <a:t> </a:t>
            </a:r>
            <a:r>
              <a:rPr lang="fi-FI" err="1"/>
              <a:t>learned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D402-DAC3-2505-140E-ADB589E5B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Remembering to clear volumes in Docker</a:t>
            </a:r>
          </a:p>
          <a:p>
            <a:r>
              <a:rPr lang="fi-FI"/>
              <a:t>Being in the correct branch</a:t>
            </a:r>
          </a:p>
          <a:p>
            <a:r>
              <a:rPr lang="fi-FI"/>
              <a:t>Remembering to update work stages to backlog</a:t>
            </a:r>
          </a:p>
          <a:p>
            <a:endParaRPr lang="fi-FI"/>
          </a:p>
          <a:p>
            <a:r>
              <a:rPr lang="fi-FI"/>
              <a:t>AI functionality</a:t>
            </a:r>
          </a:p>
          <a:p>
            <a:r>
              <a:rPr lang="fi-FI"/>
              <a:t>Authentication for logging in</a:t>
            </a:r>
          </a:p>
          <a:p>
            <a:r>
              <a:rPr lang="fi-FI"/>
              <a:t>Steep learning curve for React development</a:t>
            </a:r>
          </a:p>
        </p:txBody>
      </p:sp>
    </p:spTree>
    <p:extLst>
      <p:ext uri="{BB962C8B-B14F-4D97-AF65-F5344CB8AC3E}">
        <p14:creationId xmlns:p14="http://schemas.microsoft.com/office/powerpoint/2010/main" val="373873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2D7E-388E-9D33-9B7B-2108F9A9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/>
              <a:t>Personal </a:t>
            </a:r>
            <a:r>
              <a:rPr lang="fi-FI" err="1"/>
              <a:t>reflection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AEBB98-A60E-FD54-C17C-ADE1CC9DE54A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What was your biggest challenge?</a:t>
            </a:r>
          </a:p>
          <a:p>
            <a:r>
              <a:rPr lang="en-US"/>
              <a:t>What did you learn during the project?</a:t>
            </a:r>
          </a:p>
          <a:p>
            <a:r>
              <a:rPr lang="en-US"/>
              <a:t>What would you do differently next time?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25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43A2-7AFC-E34B-4B3F-D7809D07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F26B7-91A6-A442-137E-D6A95F15B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We feel the project succeeded quite well and learned a lot</a:t>
            </a:r>
          </a:p>
          <a:p>
            <a:r>
              <a:rPr lang="fi-FI"/>
              <a:t>We got great experience in developing in a team</a:t>
            </a:r>
          </a:p>
          <a:p>
            <a:endParaRPr lang="fi-FI">
              <a:highlight>
                <a:srgbClr val="FFFF00"/>
              </a:highlight>
            </a:endParaRPr>
          </a:p>
          <a:p>
            <a:r>
              <a:rPr lang="fi-FI"/>
              <a:t>Thank you for listening!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1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Movie app</vt:lpstr>
      <vt:lpstr>Key features/demo</vt:lpstr>
      <vt:lpstr>Challenges and lessons learned</vt:lpstr>
      <vt:lpstr>Personal reflection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Lyydi Liinamaa</dc:creator>
  <cp:revision>2</cp:revision>
  <dcterms:created xsi:type="dcterms:W3CDTF">2026-10-13T13:19:06Z</dcterms:created>
  <dcterms:modified xsi:type="dcterms:W3CDTF">2026-10-14T16:49:22Z</dcterms:modified>
</cp:coreProperties>
</file>